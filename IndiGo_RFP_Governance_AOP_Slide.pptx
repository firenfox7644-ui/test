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172A"/>
                </a:solidFill>
              </a:rPr>
              <a:t>RFP Governance &amp; Enablement Function – FY 2026–27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Strengthening Enterprise Governance, Vendor Evaluation &amp; Strategic Execution Across IndiGo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474720" cy="53035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Strategic Value Delivered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Centralized governance and quality assurance layer for enterprise RFPs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Improved RFP quality, governance readiness, and evaluation consistency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Reduced downstream delays, rework, and compliance gaps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Stronger coordination between Business, Procurement, Legal, InfoSec &amp; Vendors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• Enhanced vendor selection, commercial governance, and operational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18872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1E293B"/>
                </a:solidFill>
              </a:rPr>
              <a:t>Enterprise RFP Governance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Structured quality reviews, governance checkpoints, and evaluation frameworks before RFP float.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1E293B"/>
                </a:solidFill>
              </a:rPr>
              <a:t>Cross Functional Alignment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Governance coordination across Business, Procurement, Legal, InfoSec, Architecture, and Delivery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65760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1E293B"/>
                </a:solidFill>
              </a:rPr>
              <a:t>Vendor Evaluation Enablement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Managed vendor demos, clarification workshops, technical reviews, and bid-defense discussions.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65760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1E293B"/>
                </a:solidFill>
              </a:rPr>
              <a:t>FY 2026–27 Focus Areas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AI-assisted governance workflows, centralized vendor intelligence, faster RFP turnaround, and scalable governance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