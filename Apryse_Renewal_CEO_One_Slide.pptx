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Apryse</c:v>
                </c:pt>
                <c:pt idx="1">
                  <c:v>Red Hat</c:v>
                </c:pt>
                <c:pt idx="2">
                  <c:v>In-House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/>
            </a:pPr>
            <a:r>
              <a:t>Apryse Renewal – Feasibility Assessment &amp; Recommendation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31520"/>
            <a:ext cx="256032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800"/>
            </a:pPr>
            <a:r>
              <a:t>Apryse</a:t>
            </a:r>
          </a:p>
          <a:p>
            <a:pPr>
              <a:defRPr sz="1200"/>
            </a:pPr>
            <a:r>
              <a:t>Proven production solution</a:t>
            </a:r>
            <a:br/>
            <a:r>
              <a:t>No deployment effort</a:t>
            </a:r>
            <a:br/>
            <a:r>
              <a:t>Low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731520"/>
            <a:ext cx="256032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800"/>
            </a:pPr>
            <a:r>
              <a:t>Red Hat</a:t>
            </a:r>
          </a:p>
          <a:p>
            <a:pPr>
              <a:defRPr sz="1200"/>
            </a:pPr>
            <a:r>
              <a:t>New implementation</a:t>
            </a:r>
            <a:br/>
            <a:r>
              <a:t>4-5 months</a:t>
            </a:r>
            <a:br/>
            <a:r>
              <a:t>High execution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731520"/>
            <a:ext cx="256032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800"/>
            </a:pPr>
            <a:r>
              <a:t>In-House</a:t>
            </a:r>
          </a:p>
          <a:p>
            <a:pPr>
              <a:defRPr sz="1200"/>
            </a:pPr>
            <a:r>
              <a:t>POC stage</a:t>
            </a:r>
            <a:br/>
            <a:r>
              <a:t>1-2 months</a:t>
            </a:r>
            <a:br/>
            <a:r>
              <a:t>Success uncertain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2743200"/>
          <a:ext cx="292608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474720" y="274320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Recommended Way Forward</a:t>
            </a:r>
          </a:p>
          <a:p>
            <a:pPr lvl="1">
              <a:defRPr sz="1400"/>
            </a:pPr>
            <a:r>
              <a:t>• Renew iText 5 for business continuity</a:t>
            </a:r>
          </a:p>
          <a:p>
            <a:pPr lvl="1">
              <a:defRPr sz="1400"/>
            </a:pPr>
            <a:r>
              <a:t>• Explore Red Hat/In-House as long-term options</a:t>
            </a:r>
          </a:p>
          <a:p>
            <a:pPr lvl="1">
              <a:defRPr sz="1400"/>
            </a:pPr>
            <a:r>
              <a:t>• Remove WebViewer licensing if contractually feasible (~50% cost optimization)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